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1E293B"/>
                </a:solidFill>
              </a:rPr>
              <a:t>WearGuard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64748B"/>
                </a:solidFill>
              </a:rPr>
              <a:t>Uso de wearables e sensores no monitoramento remoto de pacientes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293B"/>
                </a:solidFill>
              </a:rPr>
              <a:t>Visão geral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Frente 1 (escopo original): simulador de sinais vitais + dois algoritmos de detecção de anomalias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Frente 2 (extensão): classificador de arritmias com machine learning, treinado em ECG real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As duas frentes usam dados e resolvem problemas diferentes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Frente 1 decide QUANDO alertar; Frente 2 decide QUE TIPO de batimento está ocorrendo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293B"/>
                </a:solidFill>
              </a:rPr>
              <a:t>Frente 1 — Por que dados simulados?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Dados de saúde são protegidos pela LGPD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Dados reais exigiriam aprovação em Comitê de Ética / Plataforma Brasil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Prazo do TCC incompatível com esse processo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Simulação permite controlar exatamente onde cada evento acontece (o gabarito)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293B"/>
                </a:solidFill>
              </a:rPr>
              <a:t>Frente 1 — Como o simulador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Gera um sinal-base saudável para frequência cardíaca, SpO2 e temperatura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Aplica ruído gaussiano pequeno (imprecisão natural de sensores)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Insere eventos anômalos reais em instantes sorteados (taquicardia, bradicardia, hipóxia, febre)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Registra o gabarito: onde cada evento começa e termina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293B"/>
                </a:solidFill>
              </a:rPr>
              <a:t>Frente 1 — Os dois algoritmos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Limiar simples: alerta na hora, em qualquer leitura fora da faixa normal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Persistência: só alerta após 5 leituras seguidas fora da faixa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Hipótese: persistência reduz falsos positivos, ao custo de um tempo de detecção maior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293B"/>
                </a:solidFill>
              </a:rPr>
              <a:t>Frente 1 — Resultados obtidos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72865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457200">
                <a:tc>
                  <a:txBody>
                    <a:bodyPr/>
                    <a:lstStyle/>
                    <a:p>
                      <a:r>
                        <a:rPr b="1" sz="1500"/>
                        <a:t>Algoritmo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500"/>
                        <a:t>Verdadeiros positivos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500"/>
                        <a:t>Falsos positivos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500"/>
                        <a:t>Falsos negativos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500"/>
                        <a:t>Tempo médio (s)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Limiar simples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14.5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Persistência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293B"/>
                </a:solidFill>
              </a:rPr>
              <a:t>Frente 2 — Machine Learning com ECG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Adicionada depois, fora do escopo original do projeto de pesquisa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Objetivo: comparar regras fixas com uma abordagem que aprende de dados reais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Usa só o sinal elétrico do coração (ECG) — não usa SpO2 nem temperatura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Base: MIT-BIH Arrhythmia Database (PhysioNet), 48 registros reais, 47 pacientes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293B"/>
                </a:solidFill>
              </a:rPr>
              <a:t>Frente 2 — 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Cada batimento: janela de sinal ao redor do pico R + intervalos RR (tempo até o batimento anterior/seguinte)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5 classes da norma AAMI EC57: normal, supraventricular, ventricular, fusão, desconhecido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Treino e teste separados POR PACIENTE (22 + 22), técnica de de Chazal et al. (2004)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Evita que o modelo memorize características de um paciente específico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293B"/>
                </a:solidFill>
              </a:rPr>
              <a:t>Frente 2 — Algoritmo: Random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Floresta de árvores de decisão, com balanceamento de classes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Robusto, rápido de treinar, sem necessidade de GPU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Bem documentado na literatura de classificação de ECG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Mais fácil de explicar e defender que uma rede neural profunda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293B"/>
                </a:solidFill>
              </a:rPr>
              <a:t>Frente 2 — Resultados (acurácia 92.2%, macro-F1 0.367)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7286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457200">
                <a:tc>
                  <a:txBody>
                    <a:bodyPr/>
                    <a:lstStyle/>
                    <a:p>
                      <a:r>
                        <a:rPr b="1" sz="1500"/>
                        <a:t>Classe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500"/>
                        <a:t>Precisão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50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50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500"/>
                        <a:t>Suporte no teste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44245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Supraventricular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0.606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1837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Ventricular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3220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Fusão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388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Desconhecido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293B"/>
                </a:solidFill>
              </a:rPr>
              <a:t>Frente 2 — Matriz de confusão</a:t>
            </a:r>
          </a:p>
        </p:txBody>
      </p:sp>
      <p:pic>
        <p:nvPicPr>
          <p:cNvPr id="4" name="Picture 3" descr="_matriz_confusao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371600"/>
            <a:ext cx="679354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293B"/>
                </a:solidFill>
              </a:rPr>
              <a:t>Comparação entre as duas frentes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Problemas e dados diferentes: não dá para comparar acurácia com falsos positivos direto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Solução: agrupar as 4 classes de arritmia em "anômalo" vs. "normal"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Assim as duas frentes respondem a mesma pergunta binária: falso alarme e detecção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293B"/>
                </a:solidFill>
              </a:rPr>
              <a:t>Comparação direta: quem se sai melhor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7286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457200">
                <a:tc>
                  <a:txBody>
                    <a:bodyPr/>
                    <a:lstStyle/>
                    <a:p>
                      <a:r>
                        <a:rPr b="1" sz="1500"/>
                        <a:t>Abordagem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500"/>
                        <a:t>Taxa de falso alarme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500"/>
                        <a:t>Taxa de detecção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Limiar simples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Persistência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Machine Learning (binarizado)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57.7%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293B"/>
                </a:solidFill>
              </a:rPr>
              <a:t>Pontos fortes do trabalho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Base de dados padrão-ouro da literatura (MIT-BIH), com split correto por paciente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Reprodutibilidade: semente aleatória fixa, código versionado, dataset público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Duas abordagens comparadas de forma controlada e justa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Dashboard interativo para visualizar sinais, alertas e métricas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293B"/>
                </a:solidFill>
              </a:rPr>
              <a:t>•  Discussão honesta das limitações, com trabalhos futuros apontados na literatura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